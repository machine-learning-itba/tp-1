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TP1: Regresion e Introduccion</a:t>
            </a:r>
            <a:br/>
            <a:r>
              <a:t>a la evaluacion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CD2E6"/>
                </a:solidFill>
                <a:latin typeface="Calibri"/>
              </a:defRPr>
            </a:pPr>
            <a:r>
              <a:t>72.75 Aprendizaje Automatico -- ITBA -- 2026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BED2"/>
                </a:solidFill>
                <a:latin typeface="Calibri"/>
              </a:defRPr>
            </a:pPr>
            <a:r>
              <a:t>Dataset: Wine Quality (Cortez et al., 2009)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AAC3"/>
                </a:solidFill>
                <a:latin typeface="Calibri"/>
              </a:defRPr>
            </a:pPr>
            <a:r>
              <a:t>Fecha de defensa: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Introduccion teorica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E6"/>
                </a:solidFill>
                <a:latin typeface="Calibri"/>
              </a:defRPr>
            </a:pPr>
            <a:r>
              <a:t>Separacion train - validacion -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Por que separar los datos?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TRAIN (64%): el modelo aprende los patrones.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VALIDATION (16%): se usa para ajustar hiperparametros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(grado polinomio, alpha de Lasso) y seleccionar el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mejor modelo. Se implementa via K-Fold CV (k=5).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TEST (20%): se evalua UNA sola vez al final.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Estima el error real en datos nunca vistos.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Si usaramos test para elegir el modelo, estariamos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optimizando sobre datos que deberian ser 'no vistos',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invalidando la estimacion de error (data leakage).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onsolas"/>
              </a:defRPr>
            </a:pPr>
            <a:r>
              <a:t>Dataset limpio (6456 filas)</a:t>
            </a:r>
            <a:br/>
            <a:r>
              <a:t>          |</a:t>
            </a:r>
            <a:br/>
            <a:r>
              <a:t>    80% Train (5164)</a:t>
            </a:r>
            <a:br/>
            <a:r>
              <a:t>          |</a:t>
            </a:r>
            <a:br/>
            <a:r>
              <a:t>     K-Fold CV (k=5)</a:t>
            </a:r>
            <a:br/>
            <a:r>
              <a:t>     estratificado</a:t>
            </a:r>
            <a:br/>
            <a:r>
              <a:t>          |</a:t>
            </a:r>
            <a:br/>
            <a:r>
              <a:t>    Fold 1: train / val</a:t>
            </a:r>
            <a:br/>
            <a:r>
              <a:t>    Fold 2: train / val</a:t>
            </a:r>
            <a:br/>
            <a:r>
              <a:t>    Fold 3: train / val</a:t>
            </a:r>
            <a:br/>
            <a:r>
              <a:t>    Fold 4: train / val</a:t>
            </a:r>
            <a:br/>
            <a:r>
              <a:t>    Fold 5: train / val</a:t>
            </a:r>
            <a:br/>
            <a:br/>
            <a:r>
              <a:t>    20% Test (1292)</a:t>
            </a:r>
            <a:br/>
            <a:r>
              <a:t>    Solo evaluacion final</a:t>
            </a:r>
            <a:br/>
            <a:br/>
            <a:r>
              <a:t>Stratified: mantiene la proporcion</a:t>
            </a:r>
            <a:br/>
            <a:r>
              <a:t>de cada quality (3-9) en cada split.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E6"/>
                </a:solidFill>
                <a:latin typeface="Calibri"/>
              </a:defRPr>
            </a:pPr>
            <a:r>
              <a:t>Wine Quality -- Vinho Verde, Portugal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6497 muestras (1599 tintos + 4898 blancos)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11 variables fisicoquimicas de entrada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1 variable target: quality (0-10, evaluada por expertos)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Sin valores faltantes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Variables: fixed acidity, volatile acidity, citric acid,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residual sugar, chlorides, free/total sulfur dioxide,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density, pH, sulphates, alcohol</a:t>
            </a:r>
          </a:p>
        </p:txBody>
      </p:sp>
      <p:pic>
        <p:nvPicPr>
          <p:cNvPr id="6" name="Picture 5" descr="tipo_v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3216812" cy="2560320"/>
          </a:xfrm>
          <a:prstGeom prst="rect">
            <a:avLst/>
          </a:prstGeom>
        </p:spPr>
      </p:pic>
      <p:pic>
        <p:nvPicPr>
          <p:cNvPr id="7" name="Picture 6" descr="distribucion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40480"/>
            <a:ext cx="4529797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1.1 Variable categorica + 1.2 Valores faltantes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Variable categorica: tipo de vino (tinto / blanco)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Estrategia: One-Hot Encoding con drop_first=True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Se genera una columna: red_wine_type (1=tinto, 0=blanco)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No se necesita white_wine_type (seria 1 - red_wine_type)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Mantener ambas introduce multicolinealidad perfecta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Valores faltantes: no hay ninguno (verificado con isnull().sum())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Por que incluir el tipo de vino como feature?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Las distribuciones difieren significativamente entre tipos: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volatile acidity: media 0.53 (tinto) vs 0.28 (blanco)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total sulfur dioxide: media 46 (tinto) vs 138 (blanco)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Incluirlo permite al modelo capturar estas diferencias sistematicas.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1.3 Outliers -- Analisis de distribucion</a:t>
            </a:r>
          </a:p>
        </p:txBody>
      </p:sp>
      <p:pic>
        <p:nvPicPr>
          <p:cNvPr id="4" name="Picture 3" descr="distribucio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6046096"/>
          </a:xfrm>
          <a:prstGeom prst="rect">
            <a:avLst/>
          </a:prstGeom>
        </p:spPr>
      </p:pic>
      <p:pic>
        <p:nvPicPr>
          <p:cNvPr id="5" name="Picture 4" descr="boxplot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852160" cy="4775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1.3 Outliers -- Estrategia de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483"/>
                </a:solidFill>
                <a:latin typeface="Calibri"/>
              </a:defRPr>
            </a:pPr>
            <a:r>
              <a:t>Eliminar (41 filas, 0.63% del dataset):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total sulfur dioxide &gt; 300 mg/L (6 filas) -- supera limite legal UE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free sulfur dioxide &gt; 150 mg/L (1 fila) -- fisicamente incoherente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chlorides &gt; 0.3 g/L (24 filas) -- 3x-6x el maximo normal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citric acid &gt; 1.0 g/L (2 filas) -- supera limite legal de adicion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density &gt; 1.010 (3 filas) -- incompatible con Vinho Verde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pH &lt; 2.80 (7 filas) -- acidez comparable al vinagre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483"/>
                </a:solidFill>
                <a:latin typeface="Calibri"/>
              </a:defRPr>
            </a:pPr>
            <a:r>
              <a:t>Winsorizar al p1-p99 (ajustado solo sobre train):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residual sugar, volatile acidity, sulphates, chlorides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Preserva el tamano muestral y la forma de la distribucion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Solo aplasta las colas extremas sin eliminar filas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Data leakage: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Eliminacion (umbrales fijos del dominio):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No depende de estadisticas -&gt; se aplica ANTES del split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Winsorizacion (percentiles calculados):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Depende de estadisticas -&gt; se aplica DESPUES del split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fit en train, transform en train y test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Escalado (media/std):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Depende de estadisticas -&gt; se aplica DESPUES del split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fit en train, transform en train y test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Stratified split: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Solo asigna filas -&gt; NO es data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1.4 Caracteristicas -- Correlacion y escalado</a:t>
            </a:r>
          </a:p>
        </p:txBody>
      </p:sp>
      <p:pic>
        <p:nvPicPr>
          <p:cNvPr id="4" name="Picture 3" descr="heatmap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01065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Ningun par supera |r| &gt; 0.80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-&gt; No descartamos variables por correlacion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Correlaciones mas fuertes con quality: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alcohol: +0.44  (la mas importante)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density: -0.31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volatile acidity: -0.27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483"/>
                </a:solidFill>
                <a:latin typeface="Calibri"/>
              </a:defRPr>
            </a:pPr>
            <a:r>
              <a:t>Escalado: StandardScaler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97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Ratio de rangos: 16,627x (density vs total SO2)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Obligatorio para Lasso (L1 penaliza por magnitud)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Obligatorio para regresion polinomica (evitar overflow)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fit solo sobre train, transform sobre train y test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Se aplica dentro del Pipeline de sklearn para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evitar leakage dentro del K-Fold CV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Regresion lineal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E6"/>
                </a:solidFill>
                <a:latin typeface="Calibri"/>
              </a:defRPr>
            </a:pPr>
            <a:r>
              <a:t>K-Fold CV (k=5) estratificado</a:t>
            </a:r>
          </a:p>
        </p:txBody>
      </p:sp>
      <p:pic>
        <p:nvPicPr>
          <p:cNvPr id="5" name="Picture 4" descr="regresion_li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201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RMSE val = 0.7329 +/- 0.0154   |   R2 val = 0.294   |   Gap train-val = 0.001 (sin overfitting)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Las variables mas importantes (por coeficiente estandarizado): density (-0.39), residual sugar (+0.32), volatile acidity (-0.23), alcohol (+0.22)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Regresion lineal -- Forward Selection (Wrapper)</a:t>
            </a:r>
          </a:p>
        </p:txBody>
      </p:sp>
      <p:pic>
        <p:nvPicPr>
          <p:cNvPr id="4" name="Picture 3" descr="forward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123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Punto optimo: 10 features (descarta citric acid y chlorides) -- RMSE val = 0.7328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Mejora despreciable vs todas las features (0.0001) -- con 12 variables no hay ruido significativo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Orden de importancia: alcohol &gt; volatile acidity &gt; sulphates &gt; residual sugar &gt; free SO2 &gt; total SO2 &gt; density &gt; wine type &gt; fixed acidity &gt; 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Regresion polinomica + Lasso (Embedded)</a:t>
            </a:r>
          </a:p>
        </p:txBody>
      </p:sp>
      <p:pic>
        <p:nvPicPr>
          <p:cNvPr id="4" name="Picture 3" descr="regresion_la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375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Mejor modelo: Polinomio grado 2 + Lasso (alpha=0.001) -- RMSE val = 0.7003 (+4.4% vs lineal)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Lasso elimina 14 de 90 coeficientes automaticamente (feature selection embedded)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Grado 3 sin regularizacion: overfitting severo (RMSE train=0.63, val=0.76). Lasso lo rescata a 0.70 eliminando 335/454 coefs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4-5. Evaluacion final y comparacion</a:t>
            </a:r>
          </a:p>
        </p:txBody>
      </p:sp>
      <p:pic>
        <p:nvPicPr>
          <p:cNvPr id="4" name="Picture 3" descr="evaluac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102827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3483"/>
                </a:solidFill>
                <a:latin typeface="Calibri"/>
              </a:defRPr>
            </a:pPr>
            <a:r>
              <a:t>1. Que modelo obtuvo menor error?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Polinomio grado 2 + Lasso (alpha=0.001), seleccionado por menor RMSE en cross-validation: 0.7003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Confirmado sobre test set: RMSE = 0.6926 (gap de solo 0.008)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3483"/>
                </a:solidFill>
                <a:latin typeface="Calibri"/>
              </a:defRPr>
            </a:pPr>
            <a:r>
              <a:t>2. Cual elegirian para una aplicacion real?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Polinomio grado 2 + Lasso. Mejor RMSE en CV, gap bajo con test, Lasso reduce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complejidad (77/90 coefs activos) y la regularizacion lo hace robusto ante datos nuevos.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3483"/>
                </a:solidFill>
                <a:latin typeface="Calibri"/>
              </a:defRPr>
            </a:pPr>
            <a:r>
              <a:t>3. Que RMSE esperan en datos nuevos?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RMSE esperado: 0.7003 +/- 0.0117 (estimacion por cross-validation, no por test)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El modelo se equivoca en promedio ~0.7 puntos en la escala de calidad (0-10)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R2 ~ 0.35: el modelo explica 35% de la varianza. La calidad del vino depende de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factores subjetivos (preferencia del catador) que las variables fisicoquimicas no capturan.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